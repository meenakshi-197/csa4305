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&amp;w=3840&amp;q=90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66" r:id="rId6"/>
    <p:sldId id="268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5716D-1009-4601-BE12-6B057F0688C0}" v="35" dt="2026-07-25T07:42:29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60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nakshi Reddy" userId="abeded70afbfcd45" providerId="LiveId" clId="{ED70FD18-4A29-493B-9CD7-EE45AB6003E2}"/>
    <pc:docChg chg="undo custSel addSld delSld modSld sldOrd">
      <pc:chgData name="Meenakshi Reddy" userId="abeded70afbfcd45" providerId="LiveId" clId="{ED70FD18-4A29-493B-9CD7-EE45AB6003E2}" dt="2026-07-30T07:57:23.935" v="370" actId="20577"/>
      <pc:docMkLst>
        <pc:docMk/>
      </pc:docMkLst>
      <pc:sldChg chg="addSp modSp mod">
        <pc:chgData name="Meenakshi Reddy" userId="abeded70afbfcd45" providerId="LiveId" clId="{ED70FD18-4A29-493B-9CD7-EE45AB6003E2}" dt="2026-07-30T07:57:23.935" v="370" actId="20577"/>
        <pc:sldMkLst>
          <pc:docMk/>
          <pc:sldMk cId="2632772565" sldId="256"/>
        </pc:sldMkLst>
        <pc:spChg chg="mod">
          <ac:chgData name="Meenakshi Reddy" userId="abeded70afbfcd45" providerId="LiveId" clId="{ED70FD18-4A29-493B-9CD7-EE45AB6003E2}" dt="2026-07-25T07:42:32.951" v="350" actId="113"/>
          <ac:spMkLst>
            <pc:docMk/>
            <pc:sldMk cId="2632772565" sldId="256"/>
            <ac:spMk id="2" creationId="{1A3A0F41-1C35-AE77-50E4-282AF46C7C2C}"/>
          </ac:spMkLst>
        </pc:spChg>
        <pc:spChg chg="mod">
          <ac:chgData name="Meenakshi Reddy" userId="abeded70afbfcd45" providerId="LiveId" clId="{ED70FD18-4A29-493B-9CD7-EE45AB6003E2}" dt="2026-07-30T07:57:23.935" v="370" actId="20577"/>
          <ac:spMkLst>
            <pc:docMk/>
            <pc:sldMk cId="2632772565" sldId="256"/>
            <ac:spMk id="3" creationId="{98AF7185-5ADF-7A42-B356-512CC7F69D6D}"/>
          </ac:spMkLst>
        </pc:spChg>
        <pc:spChg chg="mod">
          <ac:chgData name="Meenakshi Reddy" userId="abeded70afbfcd45" providerId="LiveId" clId="{ED70FD18-4A29-493B-9CD7-EE45AB6003E2}" dt="2026-07-20T16:11:54.467" v="190"/>
          <ac:spMkLst>
            <pc:docMk/>
            <pc:sldMk cId="2632772565" sldId="256"/>
            <ac:spMk id="5" creationId="{3E83C442-9300-B34B-917E-D97C6B021752}"/>
          </ac:spMkLst>
        </pc:spChg>
        <pc:spChg chg="mod">
          <ac:chgData name="Meenakshi Reddy" userId="abeded70afbfcd45" providerId="LiveId" clId="{ED70FD18-4A29-493B-9CD7-EE45AB6003E2}" dt="2026-07-20T16:11:25.666" v="165" actId="1076"/>
          <ac:spMkLst>
            <pc:docMk/>
            <pc:sldMk cId="2632772565" sldId="256"/>
            <ac:spMk id="6" creationId="{2098249F-6FCB-DDE1-F4F9-21A2B4D40475}"/>
          </ac:spMkLst>
        </pc:spChg>
      </pc:sldChg>
      <pc:sldChg chg="addSp delSp modSp mod">
        <pc:chgData name="Meenakshi Reddy" userId="abeded70afbfcd45" providerId="LiveId" clId="{ED70FD18-4A29-493B-9CD7-EE45AB6003E2}" dt="2026-07-20T16:19:24.694" v="272" actId="123"/>
        <pc:sldMkLst>
          <pc:docMk/>
          <pc:sldMk cId="3915568492" sldId="257"/>
        </pc:sldMkLst>
        <pc:spChg chg="mod">
          <ac:chgData name="Meenakshi Reddy" userId="abeded70afbfcd45" providerId="LiveId" clId="{ED70FD18-4A29-493B-9CD7-EE45AB6003E2}" dt="2026-07-20T16:06:07.881" v="65" actId="122"/>
          <ac:spMkLst>
            <pc:docMk/>
            <pc:sldMk cId="3915568492" sldId="257"/>
            <ac:spMk id="2" creationId="{7736E378-AB9F-67B1-0ADA-77D565D52F6A}"/>
          </ac:spMkLst>
        </pc:spChg>
        <pc:spChg chg="mod">
          <ac:chgData name="Meenakshi Reddy" userId="abeded70afbfcd45" providerId="LiveId" clId="{ED70FD18-4A29-493B-9CD7-EE45AB6003E2}" dt="2026-07-20T16:19:24.694" v="272" actId="123"/>
          <ac:spMkLst>
            <pc:docMk/>
            <pc:sldMk cId="3915568492" sldId="257"/>
            <ac:spMk id="6" creationId="{0E684B27-C47C-AB43-5787-FC24C8632DC4}"/>
          </ac:spMkLst>
        </pc:spChg>
        <pc:picChg chg="add mod">
          <ac:chgData name="Meenakshi Reddy" userId="abeded70afbfcd45" providerId="LiveId" clId="{ED70FD18-4A29-493B-9CD7-EE45AB6003E2}" dt="2026-07-20T16:19:15.814" v="271" actId="1076"/>
          <ac:picMkLst>
            <pc:docMk/>
            <pc:sldMk cId="3915568492" sldId="257"/>
            <ac:picMk id="8" creationId="{F70BFA85-E90E-DDC1-0469-5017AEEF9EA1}"/>
          </ac:picMkLst>
        </pc:picChg>
      </pc:sldChg>
      <pc:sldChg chg="addSp modSp mod">
        <pc:chgData name="Meenakshi Reddy" userId="abeded70afbfcd45" providerId="LiveId" clId="{ED70FD18-4A29-493B-9CD7-EE45AB6003E2}" dt="2026-07-20T16:21:02.486" v="287" actId="1076"/>
        <pc:sldMkLst>
          <pc:docMk/>
          <pc:sldMk cId="828189452" sldId="258"/>
        </pc:sldMkLst>
        <pc:spChg chg="mod">
          <ac:chgData name="Meenakshi Reddy" userId="abeded70afbfcd45" providerId="LiveId" clId="{ED70FD18-4A29-493B-9CD7-EE45AB6003E2}" dt="2026-07-20T16:08:18.687" v="98" actId="113"/>
          <ac:spMkLst>
            <pc:docMk/>
            <pc:sldMk cId="828189452" sldId="258"/>
            <ac:spMk id="2" creationId="{398BD830-F963-0ED2-93F7-99249ACD742C}"/>
          </ac:spMkLst>
        </pc:spChg>
        <pc:spChg chg="mod">
          <ac:chgData name="Meenakshi Reddy" userId="abeded70afbfcd45" providerId="LiveId" clId="{ED70FD18-4A29-493B-9CD7-EE45AB6003E2}" dt="2026-07-20T16:20:42.821" v="280" actId="1076"/>
          <ac:spMkLst>
            <pc:docMk/>
            <pc:sldMk cId="828189452" sldId="258"/>
            <ac:spMk id="6" creationId="{03E36E60-F9F8-B012-6D19-583BC8CE938D}"/>
          </ac:spMkLst>
        </pc:spChg>
        <pc:picChg chg="add mod">
          <ac:chgData name="Meenakshi Reddy" userId="abeded70afbfcd45" providerId="LiveId" clId="{ED70FD18-4A29-493B-9CD7-EE45AB6003E2}" dt="2026-07-20T16:21:02.486" v="287" actId="1076"/>
          <ac:picMkLst>
            <pc:docMk/>
            <pc:sldMk cId="828189452" sldId="258"/>
            <ac:picMk id="3" creationId="{6467BA78-DE75-E0C9-7562-2585F02AC584}"/>
          </ac:picMkLst>
        </pc:picChg>
      </pc:sldChg>
      <pc:sldChg chg="modSp mod ord">
        <pc:chgData name="Meenakshi Reddy" userId="abeded70afbfcd45" providerId="LiveId" clId="{ED70FD18-4A29-493B-9CD7-EE45AB6003E2}" dt="2026-07-25T07:40:49.479" v="346" actId="1076"/>
        <pc:sldMkLst>
          <pc:docMk/>
          <pc:sldMk cId="1306049020" sldId="266"/>
        </pc:sldMkLst>
        <pc:spChg chg="mod">
          <ac:chgData name="Meenakshi Reddy" userId="abeded70afbfcd45" providerId="LiveId" clId="{ED70FD18-4A29-493B-9CD7-EE45AB6003E2}" dt="2026-07-20T16:15:30.411" v="260" actId="1076"/>
          <ac:spMkLst>
            <pc:docMk/>
            <pc:sldMk cId="1306049020" sldId="266"/>
            <ac:spMk id="2" creationId="{E631CC65-440A-0A7E-887F-A4263793BD20}"/>
          </ac:spMkLst>
        </pc:spChg>
        <pc:spChg chg="mod">
          <ac:chgData name="Meenakshi Reddy" userId="abeded70afbfcd45" providerId="LiveId" clId="{ED70FD18-4A29-493B-9CD7-EE45AB6003E2}" dt="2026-07-25T07:40:49.479" v="346" actId="1076"/>
          <ac:spMkLst>
            <pc:docMk/>
            <pc:sldMk cId="1306049020" sldId="266"/>
            <ac:spMk id="3" creationId="{8B433699-ED60-B116-8C30-CBA16DA2F465}"/>
          </ac:spMkLst>
        </pc:spChg>
      </pc:sldChg>
      <pc:sldChg chg="addSp delSp modSp mod">
        <pc:chgData name="Meenakshi Reddy" userId="abeded70afbfcd45" providerId="LiveId" clId="{ED70FD18-4A29-493B-9CD7-EE45AB6003E2}" dt="2026-07-20T17:41:23.197" v="342" actId="1076"/>
        <pc:sldMkLst>
          <pc:docMk/>
          <pc:sldMk cId="2862966912" sldId="268"/>
        </pc:sldMkLst>
        <pc:picChg chg="add mod ord modCrop">
          <ac:chgData name="Meenakshi Reddy" userId="abeded70afbfcd45" providerId="LiveId" clId="{ED70FD18-4A29-493B-9CD7-EE45AB6003E2}" dt="2026-07-20T17:41:23.197" v="342" actId="1076"/>
          <ac:picMkLst>
            <pc:docMk/>
            <pc:sldMk cId="2862966912" sldId="268"/>
            <ac:picMk id="9" creationId="{EFA41094-293E-3F9E-C5CF-691D3825CD09}"/>
          </ac:picMkLst>
        </pc:picChg>
      </pc:sldChg>
      <pc:sldChg chg="addSp modSp add mod">
        <pc:chgData name="Meenakshi Reddy" userId="abeded70afbfcd45" providerId="LiveId" clId="{ED70FD18-4A29-493B-9CD7-EE45AB6003E2}" dt="2026-07-20T16:27:25.514" v="330" actId="123"/>
        <pc:sldMkLst>
          <pc:docMk/>
          <pc:sldMk cId="2489486903" sldId="273"/>
        </pc:sldMkLst>
        <pc:spChg chg="mod">
          <ac:chgData name="Meenakshi Reddy" userId="abeded70afbfcd45" providerId="LiveId" clId="{ED70FD18-4A29-493B-9CD7-EE45AB6003E2}" dt="2026-07-20T16:09:08.936" v="104" actId="113"/>
          <ac:spMkLst>
            <pc:docMk/>
            <pc:sldMk cId="2489486903" sldId="273"/>
            <ac:spMk id="2" creationId="{62F0F7AE-A9DE-21CB-AEDC-90CB3804EC7F}"/>
          </ac:spMkLst>
        </pc:spChg>
        <pc:spChg chg="mod">
          <ac:chgData name="Meenakshi Reddy" userId="abeded70afbfcd45" providerId="LiveId" clId="{ED70FD18-4A29-493B-9CD7-EE45AB6003E2}" dt="2026-07-20T16:27:25.514" v="330" actId="123"/>
          <ac:spMkLst>
            <pc:docMk/>
            <pc:sldMk cId="2489486903" sldId="273"/>
            <ac:spMk id="6" creationId="{B852F2B4-CC57-93C6-80B6-4AD43EDADD70}"/>
          </ac:spMkLst>
        </pc:spChg>
        <pc:picChg chg="add mod modCrop">
          <ac:chgData name="Meenakshi Reddy" userId="abeded70afbfcd45" providerId="LiveId" clId="{ED70FD18-4A29-493B-9CD7-EE45AB6003E2}" dt="2026-07-20T16:27:21.326" v="328" actId="1076"/>
          <ac:picMkLst>
            <pc:docMk/>
            <pc:sldMk cId="2489486903" sldId="273"/>
            <ac:picMk id="3" creationId="{AA242E5C-2AA9-9763-E41C-361FF8F3D6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BA78F-D767-3CEB-E141-C15AF7A8C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0ABD6-527B-A4A9-E1E8-C78FC89F5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FAD74-098C-FDED-D23C-7869722C5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EE974-47E5-9DAF-7B1E-3045E93D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ED0E5-DE9C-2018-2EF8-3279171E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719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373D-8E62-A441-2E16-E09E1C74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A6CF9-6E1B-5568-F5E9-D762904EC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98794-F739-C4E4-D867-1F9DACC2F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F5785-E3CB-7683-1F10-629D2A1B4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42099-AFB8-08FF-2D27-CD44759C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59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0523-617C-7791-CC72-2B87FA4E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7882C-5D26-71CF-29BC-7F0FAF1CC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78B58-D725-58B3-1C2A-7F4C99AF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C480-2A6E-D746-C915-CFED5EFA2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D3F97-B9BA-7431-256B-CB508B2C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1D20-A3D0-DC2C-ED7D-13EC59E7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E7F52A-EB1A-1D5A-2380-58ED36ABDC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F8BC1-D3CE-020D-08F6-8C6EC3C40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D6C243-9A9E-6C0D-84E0-F3231E0AA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82EF-E376-4703-DC68-EE81C6D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E81B24-AB96-A3B9-BF7C-62B49EF43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601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4927D-2E7D-14FE-089A-6E642F28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B63FE-32F8-5263-2F57-FF3842450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9EB80-C6D8-FA69-81F8-A86422249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49EB4-7566-49B1-71D6-3C60BD6B5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1F410-CEFA-4264-B229-DFAADCA76C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F5C33-8C3F-D73C-90C6-D23C604C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230CAA-C07E-6FE9-3BEB-946895C63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A771B-2D87-CA53-E926-5E48544D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02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F34C-0719-28F2-B7F8-25532317B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F26E2-DBD6-9596-50C6-20CBEBEE6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1B8034-8C15-5798-035E-3393A053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FCCC-0B05-A6DF-088B-DCC28159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3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2FC6A-2BFA-3B66-5278-52C18D96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782752-0449-C299-2422-D9169533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BE18A-76F6-DC22-FCD6-A1FF8289C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55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53E6-E2CE-70C9-9D62-1DC83FF3C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E6C30-AB89-566C-B2B7-6F9660D6E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AE6A6-2775-D139-62DE-C803E7FB6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73251-6BE4-C34A-8560-DB9718E1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4E3A74-C8E9-7290-1572-E7FEF454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E64D6-4790-A18D-B47E-090FBED9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469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7E16C-B580-CEA0-D04B-1F8B3CC8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CEF44-3A84-0BCD-E99D-EB78EF37FC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1AB1-86C9-5803-E91A-6061BB3CF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7F1BC-4B2D-E3F0-D28E-93DFAC9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84217-85C9-BDFE-4083-D01769A4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52F25-95BC-D374-9421-6B5A8E39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E6AB8-E19A-6101-5E10-D95E9493B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1FAFA-4A62-972F-F416-C685032BB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F653-4D24-DEF3-BC20-6E7BD1563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BC66A-41A7-C506-087E-C2158DC8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BEDD-57DB-8431-E7C4-F39B8CFFC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44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7125EB-B497-6D24-0FBC-8EE78C2AD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CE03D8-6531-A548-B4AD-7E0711630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23401-90E4-6AE6-1A77-8E2F507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84EB7-6E01-D7C8-675A-52D7E26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83C3D-7BB5-9C95-5CB4-18C94EE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4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E1FB4-80CC-0530-402E-7C50703C3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8235E-4A13-ECC6-BEFE-42885DF37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BACA6-31D9-92A5-97E1-21CB003E4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C4166-25F7-4967-A77D-E6894612451F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5F30-0E51-BB87-5CB6-64DEA993B4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4A113F-BE69-41ED-DB20-F8AFFB1A6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2663C-19D7-4E38-8B4B-7FB2951332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3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&amp;w=3840&amp;q=90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0F41-1C35-AE77-50E4-282AF46C7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144" y="866553"/>
            <a:ext cx="9916325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Real-Time Web-based Auction and Bidding System</a:t>
            </a:r>
            <a:endParaRPr lang="en-US" sz="32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F7185-5ADF-7A42-B356-512CC7F69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29998" y="4479052"/>
            <a:ext cx="5127929" cy="2175786"/>
          </a:xfrm>
        </p:spPr>
        <p:txBody>
          <a:bodyPr>
            <a:noAutofit/>
          </a:bodyPr>
          <a:lstStyle/>
          <a:p>
            <a:pPr algn="l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192411091 - POOJASREE B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192471035 - AMRITA ANAIKUMAR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192471048 - VENNA MEENAKSHI REDDY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192471024 - SRIJITHA S</a:t>
            </a:r>
          </a:p>
          <a:p>
            <a:pPr algn="l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192311363 -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MATHUSRI 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2B30C-F22E-5782-E613-E4AC98692A8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27" y="295053"/>
            <a:ext cx="966216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3C442-9300-B34B-917E-D97C6B021752}"/>
              </a:ext>
            </a:extLst>
          </p:cNvPr>
          <p:cNvSpPr txBox="1"/>
          <p:nvPr/>
        </p:nvSpPr>
        <p:spPr>
          <a:xfrm>
            <a:off x="646043" y="4844805"/>
            <a:ext cx="21858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D. Sudhagar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249F-6FCB-DDE1-F4F9-21A2B4D40475}"/>
              </a:ext>
            </a:extLst>
          </p:cNvPr>
          <p:cNvSpPr txBox="1"/>
          <p:nvPr/>
        </p:nvSpPr>
        <p:spPr>
          <a:xfrm>
            <a:off x="3713939" y="3556624"/>
            <a:ext cx="4572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 – Internet Programming</a:t>
            </a:r>
          </a:p>
        </p:txBody>
      </p:sp>
    </p:spTree>
    <p:extLst>
      <p:ext uri="{BB962C8B-B14F-4D97-AF65-F5344CB8AC3E}">
        <p14:creationId xmlns:p14="http://schemas.microsoft.com/office/powerpoint/2010/main" val="2632772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E378-AB9F-67B1-0ADA-77D565D5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3878" y="292735"/>
            <a:ext cx="3117574" cy="102635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49BF2A6-70A7-6AA0-30B7-BE41F4BE4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F5CAD94C-6C34-2B6B-F6E3-48CDEEE23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E684B27-C47C-AB43-5787-FC24C8632D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671" y="1810088"/>
            <a:ext cx="7948130" cy="4191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web-based platform that enables users to buy and sell products through online auctions.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registration, authentication, and profile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sellers to create, update, and manage auction listings. Supports real-time bidding with automatic highest bid tracking.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secure payment processing and transaction management.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module for monitoring users, auctions, and generating reports.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0BFA85-E90E-DDC1-0469-5017AEEF9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1" y="2422434"/>
            <a:ext cx="3886199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56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D830-F963-0ED2-93F7-99249ACD7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Introduction</a:t>
            </a:r>
            <a:endParaRPr lang="en-US" sz="35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5926DD84-836B-38ED-8342-7F580097F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FA859AB4-E594-1EB9-9352-78C14B6ED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3E36E60-F9F8-B012-6D19-583BC8CE93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394" y="2335475"/>
            <a:ext cx="8073783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auctions have transformed traditional buying and selling methods.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buyers and sellers to participate from anywhere through the internet.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geographical limitations of physical auctions.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transparency through real-time bidding.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transactions and fair winner selection.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ease of use with an interactive and responsive interface.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67BA78-DE75-E0C9-7562-2585F02AC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029" y="2335475"/>
            <a:ext cx="3526971" cy="3268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8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83C6-0DAF-2849-1299-0869EE1BC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F7AE-A9DE-21CB-AEDC-90CB3804E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6233" y="508828"/>
            <a:ext cx="5257800" cy="70338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5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5938D94-A362-6A25-EBEE-A7151DF5D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5B49DEB7-F25F-E587-0D21-D75355F6D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852F2B4-CC57-93C6-80B6-4AD43EDAD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8607" y="1860241"/>
            <a:ext cx="7429364" cy="4371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auctions require physical presence and are time-consuming.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bidding processes are prone to errors and lack transparency.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bids and determining the highest bidder efficiently.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accessibility for buyers and sellers from different locations.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 in user authentication and payment processing.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management for auction records and reports.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42E5C-2AA9-9763-E41C-361FF8F3D6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804" t="30728" b="14445"/>
          <a:stretch>
            <a:fillRect/>
          </a:stretch>
        </p:blipFill>
        <p:spPr>
          <a:xfrm>
            <a:off x="8001000" y="2706121"/>
            <a:ext cx="4191000" cy="250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48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CC65-440A-0A7E-887F-A4263793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730" y="528864"/>
            <a:ext cx="10515600" cy="494846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Drawbacks</a:t>
            </a:r>
            <a:br>
              <a:rPr lang="en-IN" sz="3600" b="1" dirty="0"/>
            </a:br>
            <a:br>
              <a:rPr lang="en-IN" sz="3600" b="1" dirty="0"/>
            </a:br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33699-ED60-B116-8C30-CBA16DA2F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544" y="1422854"/>
            <a:ext cx="6857998" cy="466679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manual auction management.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participation due to geographical restrictions.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communication between buyers and sellers.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real-time bid updates.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chances of human errors in bid recording.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security for transactions.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maintain auction history and reports.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scalability for handling multiple auctions simultaneously. </a:t>
            </a:r>
          </a:p>
          <a:p>
            <a:pPr marL="0" indent="0">
              <a:lnSpc>
                <a:spcPct val="17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287730E9-9375-8020-4BA3-9211C1D26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8CD609CB-68F3-CA6D-951B-0B4391963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049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A9B3-E999-B1C3-D0F7-604A83B9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35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AC7FECAA-2F4F-B0A8-1BAE-B717A41C4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DC529B27-C980-FBCA-FF23-C4C13964E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FA41094-293E-3F9E-C5CF-691D3825C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t="6828" b="-1"/>
          <a:stretch>
            <a:fillRect/>
          </a:stretch>
        </p:blipFill>
        <p:spPr>
          <a:xfrm>
            <a:off x="2226129" y="1809903"/>
            <a:ext cx="7739742" cy="438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966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C5ED0-76AF-E576-4376-DB80FB7B4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7952" y="2766218"/>
            <a:ext cx="5536096" cy="1325563"/>
          </a:xfrm>
        </p:spPr>
        <p:txBody>
          <a:bodyPr>
            <a:noAutofit/>
          </a:bodyPr>
          <a:lstStyle/>
          <a:p>
            <a:r>
              <a:rPr lang="en-US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02074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295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Wingdings</vt:lpstr>
      <vt:lpstr>Office Theme</vt:lpstr>
      <vt:lpstr>Real-Time Web-based Auction and Bidding System</vt:lpstr>
      <vt:lpstr>Abstract</vt:lpstr>
      <vt:lpstr>Introduction</vt:lpstr>
      <vt:lpstr>Problem Statement</vt:lpstr>
      <vt:lpstr>  Existing System Drawbacks  </vt:lpstr>
      <vt:lpstr>System Architecture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Disk Scheduling and I/O Optimization System Using a Hybrid Scheduling Algorithm</dc:title>
  <dc:creator>C.c. Jyoshna</dc:creator>
  <cp:lastModifiedBy>Meenakshi Reddy</cp:lastModifiedBy>
  <cp:revision>2</cp:revision>
  <dcterms:created xsi:type="dcterms:W3CDTF">2026-06-18T05:40:23Z</dcterms:created>
  <dcterms:modified xsi:type="dcterms:W3CDTF">2026-07-30T07:57:24Z</dcterms:modified>
</cp:coreProperties>
</file>